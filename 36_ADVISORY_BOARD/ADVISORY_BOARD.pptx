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UNICENTA_OPOS | Category: SUPERMARKETS</a:t>
            </a:r>
          </a:p>
          <a:p>
            <a:r>
              <a:rPr sz="1400"/>
              <a:t>Upstream: https://github.com/uniCenta/uniCenta-oPOS (GPL/MIT)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UNICENTA_OPOS.</a:t>
            </a:r>
          </a:p>
          <a:p>
            <a:r>
              <a:rPr sz="1400"/>
              <a:t>Java-based POS for retail with inventory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UNICENTA_OPOS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