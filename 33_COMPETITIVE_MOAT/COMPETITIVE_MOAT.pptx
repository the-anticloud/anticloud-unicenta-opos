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SUPERMARKETS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GPL/MIT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https://github.com/uniCenta/uniCenta-oPOS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